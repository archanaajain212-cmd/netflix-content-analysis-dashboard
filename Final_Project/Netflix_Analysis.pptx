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3400" b="1">
                <a:solidFill>
                  <a:srgbClr val="E50914"/>
                </a:solidFill>
                <a:latin typeface="Aptos"/>
              </a:defRPr>
            </a:pPr>
            <a:r>
              <a:t>NETFLIX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4800" b="1">
                <a:solidFill>
                  <a:srgbClr val="F5F5F5"/>
                </a:solidFill>
                <a:latin typeface="Aptos"/>
              </a:defRPr>
            </a:pPr>
            <a:r>
              <a:t>CONTENT</a:t>
            </a:r>
          </a:p>
          <a:p>
            <a:pPr algn="l">
              <a:spcAft>
                <a:spcPts val="700"/>
              </a:spcAft>
              <a:defRPr sz="4800" b="1">
                <a:solidFill>
                  <a:srgbClr val="F5F5F5"/>
                </a:solidFill>
                <a:latin typeface="Aptos"/>
              </a:defRPr>
            </a:pPr>
            <a: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97763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200" b="0">
                <a:solidFill>
                  <a:srgbClr val="B9B9B9"/>
                </a:solidFill>
                <a:latin typeface="Aptos"/>
              </a:defRPr>
            </a:pPr>
            <a:r>
              <a:t>Analyzing Movies and TV Shows Using Data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5488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F5F5F5"/>
                </a:solidFill>
                <a:latin typeface="Aptos"/>
              </a:defRPr>
            </a:pPr>
            <a:r>
              <a:rPr dirty="0"/>
              <a:t>TOOLS </a:t>
            </a:r>
            <a:r>
              <a:rPr lang="en-US" dirty="0" smtClean="0"/>
              <a:t>:</a:t>
            </a:r>
            <a:r>
              <a:rPr dirty="0" smtClean="0"/>
              <a:t> </a:t>
            </a:r>
            <a:r>
              <a:rPr dirty="0"/>
              <a:t>EXCEL  •  SQL  •  PYTHON  •  POWER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57276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B9B9B9"/>
                </a:solidFill>
                <a:latin typeface="Aptos"/>
              </a:defRPr>
            </a:pPr>
            <a:r>
              <a:rPr dirty="0"/>
              <a:t>Presented by: </a:t>
            </a:r>
            <a:r>
              <a:rPr lang="en-US" dirty="0" smtClean="0"/>
              <a:t>Archana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3000" b="1">
                <a:solidFill>
                  <a:srgbClr val="F5F5F5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B9B9B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B9B9B9"/>
                </a:solidFill>
                <a:latin typeface="Aptos"/>
              </a:defRPr>
            </a:pPr>
            <a:r>
              <a:t>NETFLIX CONTENT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400" b="0">
                <a:solidFill>
                  <a:srgbClr val="F5F5F5"/>
                </a:solidFill>
                <a:latin typeface="Aptos"/>
              </a:defRPr>
            </a:pPr>
            <a:r>
              <a:t>Netflix is a popular online streaming platform offering movies, TV shows, documentaries, and more.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34640"/>
            <a:ext cx="3383280" cy="1965960"/>
          </a:xfrm>
          <a:prstGeom prst="roundRect">
            <a:avLst/>
          </a:prstGeom>
          <a:solidFill>
            <a:srgbClr val="20202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980944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E50914"/>
                </a:solidFill>
                <a:latin typeface="Aptos"/>
              </a:defRPr>
            </a:pPr>
            <a:r>
              <a:t>WHAT WE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429000"/>
            <a:ext cx="3054096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t>Content types, countries, genres, ratings, release years, and durations.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834640"/>
            <a:ext cx="3383280" cy="1965960"/>
          </a:xfrm>
          <a:prstGeom prst="roundRect">
            <a:avLst/>
          </a:prstGeom>
          <a:solidFill>
            <a:srgbClr val="20202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2980944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E50914"/>
                </a:solidFill>
                <a:latin typeface="Aptos"/>
              </a:defRPr>
            </a:pPr>
            <a:r>
              <a:t>WHY ANALYZE?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3429000"/>
            <a:ext cx="3054096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t>To turn a large dataset into clear patterns and useful information.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834640"/>
            <a:ext cx="3383280" cy="1965960"/>
          </a:xfrm>
          <a:prstGeom prst="roundRect">
            <a:avLst/>
          </a:prstGeom>
          <a:solidFill>
            <a:srgbClr val="20202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19871" y="2980944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E50914"/>
                </a:solidFill>
                <a:latin typeface="Aptos"/>
              </a:defRPr>
            </a:pPr>
            <a:r>
              <a:t>FINAL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1" y="3429000"/>
            <a:ext cx="3054096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t>An interactive Power BI dashboard with charts and summary cards.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3000" b="1">
                <a:solidFill>
                  <a:srgbClr val="F5F5F5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B9B9B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B9B9B9"/>
                </a:solidFill>
                <a:latin typeface="Aptos"/>
              </a:defRPr>
            </a:pPr>
            <a:r>
              <a:t>NETFLIX CONTENT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400" b="0">
                <a:solidFill>
                  <a:srgbClr val="F5F5F5"/>
                </a:solidFill>
                <a:latin typeface="Aptos"/>
              </a:defRPr>
            </a:pPr>
            <a:r>
              <a:t>Netflix has a large catalogue of movies and TV shows. Understanding how titles are distributed across countries, genres, ratings, and years can be difficult without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E50914"/>
                </a:solidFill>
                <a:latin typeface="Aptos"/>
              </a:defRPr>
            </a:pPr>
            <a:r>
              <a:t>PROJECT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300" b="0">
                <a:solidFill>
                  <a:srgbClr val="F5F5F5"/>
                </a:solidFill>
                <a:latin typeface="Aptos"/>
              </a:defRPr>
            </a:pPr>
            <a:r>
              <a:t>Use data analytics and visualization to explore Netflix content and present meaningful insights in an interactive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3000" b="1">
                <a:solidFill>
                  <a:srgbClr val="F5F5F5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B9B9B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B9B9B9"/>
                </a:solidFill>
                <a:latin typeface="Aptos"/>
              </a:defRPr>
            </a:pPr>
            <a:r>
              <a:t>NETFLIX CONTENT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F5F5F5"/>
                </a:solidFill>
                <a:latin typeface="Aptos"/>
              </a:defRPr>
            </a:pPr>
            <a:r>
              <a:t>•  Analyze the distribution of movies and TV shows.</a:t>
            </a:r>
          </a:p>
          <a:p>
            <a:pPr>
              <a:spcAft>
                <a:spcPts val="1500"/>
              </a:spcAft>
              <a:defRPr sz="2200">
                <a:solidFill>
                  <a:srgbClr val="F5F5F5"/>
                </a:solidFill>
                <a:latin typeface="Aptos"/>
              </a:defRPr>
            </a:pPr>
            <a:r>
              <a:t>•  Explore content by country, genre, rating, and release year.</a:t>
            </a:r>
          </a:p>
          <a:p>
            <a:pPr>
              <a:spcAft>
                <a:spcPts val="1500"/>
              </a:spcAft>
              <a:defRPr sz="2200">
                <a:solidFill>
                  <a:srgbClr val="F5F5F5"/>
                </a:solidFill>
                <a:latin typeface="Aptos"/>
              </a:defRPr>
            </a:pPr>
            <a:r>
              <a:t>•  Examine the year-wise pattern of titles added to Netflix.</a:t>
            </a:r>
          </a:p>
          <a:p>
            <a:pPr>
              <a:spcAft>
                <a:spcPts val="1500"/>
              </a:spcAft>
              <a:defRPr sz="2200">
                <a:solidFill>
                  <a:srgbClr val="F5F5F5"/>
                </a:solidFill>
                <a:latin typeface="Aptos"/>
              </a:defRPr>
            </a:pPr>
            <a:r>
              <a:t>•  Summarize important measures using KPIs.</a:t>
            </a:r>
          </a:p>
          <a:p>
            <a:pPr>
              <a:spcAft>
                <a:spcPts val="1500"/>
              </a:spcAft>
              <a:defRPr sz="2200">
                <a:solidFill>
                  <a:srgbClr val="F5F5F5"/>
                </a:solidFill>
                <a:latin typeface="Aptos"/>
              </a:defRPr>
            </a:pPr>
            <a:r>
              <a:t>•  Build an interactive dashboard in Power BI.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3000" b="1">
                <a:solidFill>
                  <a:srgbClr val="F5F5F5"/>
                </a:solidFill>
                <a:latin typeface="Aptos"/>
              </a:defRPr>
            </a:pPr>
            <a:r>
              <a:t>Dataset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B9B9B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B9B9B9"/>
                </a:solidFill>
                <a:latin typeface="Aptos"/>
              </a:defRPr>
            </a:pPr>
            <a:r>
              <a:t>NETFLIX CONTENT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0">
                <a:solidFill>
                  <a:srgbClr val="B9B9B9"/>
                </a:solidFill>
                <a:latin typeface="Aptos"/>
              </a:defRPr>
            </a:pPr>
            <a:r>
              <a:t>The dataset contains information about Netflix titles and their main attributes.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3429000" cy="804672"/>
          </a:xfrm>
          <a:prstGeom prst="roundRect">
            <a:avLst/>
          </a:prstGeom>
          <a:solidFill>
            <a:srgbClr val="20202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1929384"/>
            <a:ext cx="3099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E50914"/>
                </a:solidFill>
                <a:latin typeface="Aptos"/>
              </a:defRPr>
            </a:pPr>
            <a:r>
              <a:t>show_id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377440"/>
            <a:ext cx="30998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t>Unique title 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783080"/>
            <a:ext cx="3429000" cy="804672"/>
          </a:xfrm>
          <a:prstGeom prst="roundRect">
            <a:avLst/>
          </a:prstGeom>
          <a:solidFill>
            <a:srgbClr val="20202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90872" y="1929384"/>
            <a:ext cx="3099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E50914"/>
                </a:solidFill>
                <a:latin typeface="Aptos"/>
              </a:defRPr>
            </a:pPr>
            <a:r>
              <a:t>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377440"/>
            <a:ext cx="30998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t>Movie or TV Show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783080"/>
            <a:ext cx="3429000" cy="804672"/>
          </a:xfrm>
          <a:prstGeom prst="roundRect">
            <a:avLst/>
          </a:prstGeom>
          <a:solidFill>
            <a:srgbClr val="20202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94192" y="1929384"/>
            <a:ext cx="3099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E50914"/>
                </a:solidFill>
                <a:latin typeface="Aptos"/>
              </a:defRPr>
            </a:pPr>
            <a:r>
              <a:t>title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2377440"/>
            <a:ext cx="30998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t>Title name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807208"/>
            <a:ext cx="3429000" cy="804672"/>
          </a:xfrm>
          <a:prstGeom prst="roundRect">
            <a:avLst/>
          </a:prstGeom>
          <a:solidFill>
            <a:srgbClr val="20202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2953512"/>
            <a:ext cx="3099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E50914"/>
                </a:solidFill>
                <a:latin typeface="Aptos"/>
              </a:defRPr>
            </a:pPr>
            <a:r>
              <a:t>director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401568"/>
            <a:ext cx="30998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t>Director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2807208"/>
            <a:ext cx="3429000" cy="804672"/>
          </a:xfrm>
          <a:prstGeom prst="roundRect">
            <a:avLst/>
          </a:prstGeom>
          <a:solidFill>
            <a:srgbClr val="20202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90872" y="2953512"/>
            <a:ext cx="3099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E50914"/>
                </a:solidFill>
                <a:latin typeface="Aptos"/>
              </a:defRPr>
            </a:pPr>
            <a:r>
              <a:t>country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0872" y="3401568"/>
            <a:ext cx="30998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t>Country/region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2807208"/>
            <a:ext cx="3429000" cy="804672"/>
          </a:xfrm>
          <a:prstGeom prst="roundRect">
            <a:avLst/>
          </a:prstGeom>
          <a:solidFill>
            <a:srgbClr val="20202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94192" y="2953512"/>
            <a:ext cx="3099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E50914"/>
                </a:solidFill>
                <a:latin typeface="Aptos"/>
              </a:defRPr>
            </a:pPr>
            <a:r>
              <a:t>date_added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3401568"/>
            <a:ext cx="30998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t>Date added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831336"/>
            <a:ext cx="3429000" cy="804672"/>
          </a:xfrm>
          <a:prstGeom prst="roundRect">
            <a:avLst/>
          </a:prstGeom>
          <a:solidFill>
            <a:srgbClr val="20202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7552" y="3977640"/>
            <a:ext cx="3099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E50914"/>
                </a:solidFill>
                <a:latin typeface="Aptos"/>
              </a:defRPr>
            </a:pPr>
            <a:r>
              <a:t>release_year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4425696"/>
            <a:ext cx="30998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t>Original release year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3831336"/>
            <a:ext cx="3429000" cy="804672"/>
          </a:xfrm>
          <a:prstGeom prst="roundRect">
            <a:avLst/>
          </a:prstGeom>
          <a:solidFill>
            <a:srgbClr val="20202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90872" y="3977640"/>
            <a:ext cx="3099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E50914"/>
                </a:solidFill>
                <a:latin typeface="Aptos"/>
              </a:defRPr>
            </a:pPr>
            <a:r>
              <a:t>rating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0872" y="4425696"/>
            <a:ext cx="30998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t>Content rating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3831336"/>
            <a:ext cx="3429000" cy="804672"/>
          </a:xfrm>
          <a:prstGeom prst="roundRect">
            <a:avLst/>
          </a:prstGeom>
          <a:solidFill>
            <a:srgbClr val="20202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94192" y="3977640"/>
            <a:ext cx="3099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E50914"/>
                </a:solidFill>
                <a:latin typeface="Aptos"/>
              </a:defRPr>
            </a:pPr>
            <a:r>
              <a:t>duration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425696"/>
            <a:ext cx="30998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t>Minutes or seasons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4855464"/>
            <a:ext cx="3429000" cy="804672"/>
          </a:xfrm>
          <a:prstGeom prst="roundRect">
            <a:avLst/>
          </a:prstGeom>
          <a:solidFill>
            <a:srgbClr val="20202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7552" y="5001768"/>
            <a:ext cx="3099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E50914"/>
                </a:solidFill>
                <a:latin typeface="Aptos"/>
              </a:defRPr>
            </a:pPr>
            <a:r>
              <a:t>listed_in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5449824"/>
            <a:ext cx="30998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t>Genre/category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26280" y="4855464"/>
            <a:ext cx="3429000" cy="804672"/>
          </a:xfrm>
          <a:prstGeom prst="roundRect">
            <a:avLst/>
          </a:prstGeom>
          <a:solidFill>
            <a:srgbClr val="20202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90872" y="5001768"/>
            <a:ext cx="3099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E50914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90872" y="5449824"/>
            <a:ext cx="30998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t>Short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3000" b="1">
                <a:solidFill>
                  <a:srgbClr val="F5F5F5"/>
                </a:solidFill>
                <a:latin typeface="Aptos"/>
              </a:defRPr>
            </a:pPr>
            <a:r>
              <a:t>Tools &amp;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B9B9B9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B9B9B9"/>
                </a:solidFill>
                <a:latin typeface="Aptos"/>
              </a:defRPr>
            </a:pPr>
            <a:r>
              <a:t>NETFLIX CONTENT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2606040" cy="2743200"/>
          </a:xfrm>
          <a:prstGeom prst="roundRect">
            <a:avLst/>
          </a:prstGeom>
          <a:solidFill>
            <a:srgbClr val="20202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792224"/>
            <a:ext cx="2276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E50914"/>
                </a:solidFill>
                <a:latin typeface="Aptos"/>
              </a:defRPr>
            </a:pPr>
            <a:r>
              <a:t>EXCEL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240280"/>
            <a:ext cx="2276856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t>Initial inspection, sorting, filtering, and basic cleaning.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645920"/>
            <a:ext cx="2606040" cy="2743200"/>
          </a:xfrm>
          <a:prstGeom prst="roundRect">
            <a:avLst/>
          </a:prstGeom>
          <a:solidFill>
            <a:srgbClr val="20202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22191" y="1792224"/>
            <a:ext cx="2276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E50914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2191" y="2240280"/>
            <a:ext cx="2276856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t>Filtering, grouping, sorting, and answering data questions.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645920"/>
            <a:ext cx="2606040" cy="2743200"/>
          </a:xfrm>
          <a:prstGeom prst="roundRect">
            <a:avLst/>
          </a:prstGeom>
          <a:solidFill>
            <a:srgbClr val="20202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56831" y="1792224"/>
            <a:ext cx="2276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E50914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1" y="2240280"/>
            <a:ext cx="2276856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t>Pandas for data preparation and analysis; Matplotlib for charts.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1645920"/>
            <a:ext cx="2148840" cy="2743200"/>
          </a:xfrm>
          <a:prstGeom prst="roundRect">
            <a:avLst/>
          </a:prstGeom>
          <a:solidFill>
            <a:srgbClr val="20202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91472" y="1792224"/>
            <a:ext cx="1819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E50914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91472" y="2240280"/>
            <a:ext cx="1819656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t>Interactive visuals, KPI cards, slicers, and dashboard design.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3000" b="1">
                <a:solidFill>
                  <a:srgbClr val="F5F5F5"/>
                </a:solidFill>
                <a:latin typeface="Aptos"/>
              </a:defRPr>
            </a:pPr>
            <a:r>
              <a:t>Data Cleaning &amp;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B9B9B9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B9B9B9"/>
                </a:solidFill>
                <a:latin typeface="Aptos"/>
              </a:defRPr>
            </a:pPr>
            <a:r>
              <a:t>NETFLIX CONTENT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F5F5F5"/>
                </a:solidFill>
                <a:latin typeface="Aptos"/>
              </a:defRPr>
            </a:pPr>
            <a:r>
              <a:t>•  Check missing values in important columns.</a:t>
            </a:r>
          </a:p>
          <a:p>
            <a:pPr>
              <a:spcAft>
                <a:spcPts val="1500"/>
              </a:spcAft>
              <a:defRPr sz="2100">
                <a:solidFill>
                  <a:srgbClr val="F5F5F5"/>
                </a:solidFill>
                <a:latin typeface="Aptos"/>
              </a:defRPr>
            </a:pPr>
            <a:r>
              <a:t>•  Identify duplicate records.</a:t>
            </a:r>
          </a:p>
          <a:p>
            <a:pPr>
              <a:spcAft>
                <a:spcPts val="1500"/>
              </a:spcAft>
              <a:defRPr sz="2100">
                <a:solidFill>
                  <a:srgbClr val="F5F5F5"/>
                </a:solidFill>
                <a:latin typeface="Aptos"/>
              </a:defRPr>
            </a:pPr>
            <a:r>
              <a:t>•  Correct column data types and date formats.</a:t>
            </a:r>
          </a:p>
          <a:p>
            <a:pPr>
              <a:spcAft>
                <a:spcPts val="1500"/>
              </a:spcAft>
              <a:defRPr sz="2100">
                <a:solidFill>
                  <a:srgbClr val="F5F5F5"/>
                </a:solidFill>
                <a:latin typeface="Aptos"/>
              </a:defRPr>
            </a:pPr>
            <a:r>
              <a:t>•  Standardize inconsistent text values where needed.</a:t>
            </a:r>
          </a:p>
          <a:p>
            <a:pPr>
              <a:spcAft>
                <a:spcPts val="1500"/>
              </a:spcAft>
              <a:defRPr sz="2100">
                <a:solidFill>
                  <a:srgbClr val="F5F5F5"/>
                </a:solidFill>
                <a:latin typeface="Aptos"/>
              </a:defRPr>
            </a:pPr>
            <a:r>
              <a:t>•  Prepare a clean dataset for analysis and visualization.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7150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B9B9B9"/>
                </a:solidFill>
                <a:latin typeface="Aptos"/>
              </a:defRPr>
            </a:pPr>
            <a:r>
              <a:t>Include only the cleaning steps actually completed in your project.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3000" b="1">
                <a:solidFill>
                  <a:srgbClr val="F5F5F5"/>
                </a:solidFill>
                <a:latin typeface="Aptos"/>
              </a:defRPr>
            </a:pPr>
            <a:r>
              <a:t>Exploratory Data Analysis (EDA)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B9B9B9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B9B9B9"/>
                </a:solidFill>
                <a:latin typeface="Aptos"/>
              </a:defRPr>
            </a:pPr>
            <a:r>
              <a:t>NETFLIX CONTENT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3383280" cy="1508760"/>
          </a:xfrm>
          <a:prstGeom prst="roundRect">
            <a:avLst/>
          </a:prstGeom>
          <a:solidFill>
            <a:srgbClr val="20202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517904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E50914"/>
                </a:solidFill>
                <a:latin typeface="Aptos"/>
              </a:defRPr>
            </a:pPr>
            <a:r>
              <a:t>CONTENT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965960"/>
            <a:ext cx="305409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t>Compare movies and TV shows.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1508760"/>
          </a:xfrm>
          <a:prstGeom prst="roundRect">
            <a:avLst/>
          </a:prstGeom>
          <a:solidFill>
            <a:srgbClr val="20202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517904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E50914"/>
                </a:solidFill>
                <a:latin typeface="Aptos"/>
              </a:defRPr>
            </a:pPr>
            <a:r>
              <a:t>COUNTRY &amp; GENRE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965960"/>
            <a:ext cx="305409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t>Find the most represented countries and genres.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371600"/>
            <a:ext cx="3383280" cy="1508760"/>
          </a:xfrm>
          <a:prstGeom prst="roundRect">
            <a:avLst/>
          </a:prstGeom>
          <a:solidFill>
            <a:srgbClr val="20202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9871" y="1517904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E50914"/>
                </a:solidFill>
                <a:latin typeface="Aptos"/>
              </a:defRPr>
            </a:pPr>
            <a:r>
              <a:t>RATINGS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9871" y="1965960"/>
            <a:ext cx="305409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t>Review the distribution of content ratings.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3611880"/>
            <a:ext cx="3383280" cy="1508760"/>
          </a:xfrm>
          <a:prstGeom prst="roundRect">
            <a:avLst/>
          </a:prstGeom>
          <a:solidFill>
            <a:srgbClr val="20202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24912" y="3758184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E50914"/>
                </a:solidFill>
                <a:latin typeface="Aptos"/>
              </a:defRPr>
            </a:pPr>
            <a:r>
              <a:t>TIME TRENDS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24912" y="4206240"/>
            <a:ext cx="305409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t>Explore release years and titles added by year.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611880"/>
            <a:ext cx="3383280" cy="1508760"/>
          </a:xfrm>
          <a:prstGeom prst="roundRect">
            <a:avLst/>
          </a:prstGeom>
          <a:solidFill>
            <a:srgbClr val="20202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2512" y="3758184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E50914"/>
                </a:solidFill>
                <a:latin typeface="Aptos"/>
              </a:defRPr>
            </a:pPr>
            <a:r>
              <a:t>DURATION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206240"/>
            <a:ext cx="305409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t>Examine movie running times and TV show seasons.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3000" b="1">
                <a:solidFill>
                  <a:srgbClr val="F5F5F5"/>
                </a:solidFill>
                <a:latin typeface="Aptos"/>
              </a:defRPr>
            </a:pPr>
            <a:r>
              <a:t>Key Performance Indicators (KPIs)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B9B9B9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B9B9B9"/>
                </a:solidFill>
                <a:latin typeface="Aptos"/>
              </a:defRPr>
            </a:pPr>
            <a:r>
              <a:t>NETFLIX CONTENT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0">
                <a:solidFill>
                  <a:srgbClr val="B9B9B9"/>
                </a:solidFill>
                <a:latin typeface="Aptos"/>
              </a:defRPr>
            </a:pPr>
            <a:r>
              <a:t>Suggested cards for the Power BI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2560320" cy="1828800"/>
          </a:xfrm>
          <a:prstGeom prst="roundRect">
            <a:avLst/>
          </a:prstGeom>
          <a:solidFill>
            <a:srgbClr val="20202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249424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E50914"/>
                </a:solidFill>
                <a:latin typeface="Aptos"/>
              </a:defRPr>
            </a:pPr>
            <a:r>
              <a:t>TOTAL TITLES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697479"/>
            <a:ext cx="22311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t>Count of unique titles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103120"/>
            <a:ext cx="2560320" cy="1828800"/>
          </a:xfrm>
          <a:prstGeom prst="roundRect">
            <a:avLst/>
          </a:prstGeom>
          <a:solidFill>
            <a:srgbClr val="20202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22191" y="2249424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E50914"/>
                </a:solidFill>
                <a:latin typeface="Aptos"/>
              </a:defRPr>
            </a:pPr>
            <a:r>
              <a:t>MOVIES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2191" y="2697479"/>
            <a:ext cx="22311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t>Count of movie titles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103120"/>
            <a:ext cx="2560320" cy="1828800"/>
          </a:xfrm>
          <a:prstGeom prst="roundRect">
            <a:avLst/>
          </a:prstGeom>
          <a:solidFill>
            <a:srgbClr val="20202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56832" y="2249424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E50914"/>
                </a:solidFill>
                <a:latin typeface="Aptos"/>
              </a:defRPr>
            </a:pPr>
            <a:r>
              <a:t>TV SHOWS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2697479"/>
            <a:ext cx="22311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t>Count of TV show titles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2103120"/>
            <a:ext cx="2560320" cy="1828800"/>
          </a:xfrm>
          <a:prstGeom prst="roundRect">
            <a:avLst/>
          </a:prstGeom>
          <a:solidFill>
            <a:srgbClr val="20202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91472" y="2249424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E50914"/>
                </a:solidFill>
                <a:latin typeface="Aptos"/>
              </a:defRPr>
            </a:pPr>
            <a:r>
              <a:t>COUNTRIES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91472" y="2697479"/>
            <a:ext cx="22311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t>Distinct countries represented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754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E50914"/>
                </a:solidFill>
                <a:latin typeface="Aptos"/>
              </a:defRPr>
            </a:pPr>
            <a:r>
              <a:t>Use actual calculated values from your dataset—do not use placeholder numbers.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3000" b="1">
                <a:solidFill>
                  <a:srgbClr val="F5F5F5"/>
                </a:solidFill>
                <a:latin typeface="Aptos"/>
              </a:defRPr>
            </a:pPr>
            <a:r>
              <a:t>Dashboard Visualizations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B9B9B9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B9B9B9"/>
                </a:solidFill>
                <a:latin typeface="Aptos"/>
              </a:defRPr>
            </a:pPr>
            <a:r>
              <a:t>NETFLIX CONTENT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F5F5F5"/>
                </a:solidFill>
                <a:latin typeface="Aptos"/>
              </a:defRPr>
            </a:pPr>
            <a:r>
              <a:t>•  Donut chart — Movies vs. TV Shows</a:t>
            </a:r>
          </a:p>
          <a:p>
            <a:pPr>
              <a:spcAft>
                <a:spcPts val="1500"/>
              </a:spcAft>
              <a:defRPr sz="2000">
                <a:solidFill>
                  <a:srgbClr val="F5F5F5"/>
                </a:solidFill>
                <a:latin typeface="Aptos"/>
              </a:defRPr>
            </a:pPr>
            <a:r>
              <a:t>•  Bar chart — Top 10 countries by number of titles</a:t>
            </a:r>
          </a:p>
          <a:p>
            <a:pPr>
              <a:spcAft>
                <a:spcPts val="1500"/>
              </a:spcAft>
              <a:defRPr sz="2000">
                <a:solidFill>
                  <a:srgbClr val="F5F5F5"/>
                </a:solidFill>
                <a:latin typeface="Aptos"/>
              </a:defRPr>
            </a:pPr>
            <a:r>
              <a:t>•  Bar chart — Most common genres</a:t>
            </a:r>
          </a:p>
          <a:p>
            <a:pPr>
              <a:spcAft>
                <a:spcPts val="1500"/>
              </a:spcAft>
              <a:defRPr sz="2000">
                <a:solidFill>
                  <a:srgbClr val="F5F5F5"/>
                </a:solidFill>
                <a:latin typeface="Aptos"/>
              </a:defRPr>
            </a:pPr>
            <a:r>
              <a:t>•  Column chart — Content ratings distribution</a:t>
            </a:r>
          </a:p>
          <a:p>
            <a:pPr>
              <a:spcAft>
                <a:spcPts val="1500"/>
              </a:spcAft>
              <a:defRPr sz="2000">
                <a:solidFill>
                  <a:srgbClr val="F5F5F5"/>
                </a:solidFill>
                <a:latin typeface="Aptos"/>
              </a:defRPr>
            </a:pPr>
            <a:r>
              <a:t>•  Line chart — Titles by release year</a:t>
            </a:r>
          </a:p>
          <a:p>
            <a:pPr>
              <a:spcAft>
                <a:spcPts val="1500"/>
              </a:spcAft>
              <a:defRPr sz="2000">
                <a:solidFill>
                  <a:srgbClr val="F5F5F5"/>
                </a:solidFill>
                <a:latin typeface="Aptos"/>
              </a:defRPr>
            </a:pPr>
            <a:r>
              <a:t>•  Column chart — Titles added by year</a:t>
            </a:r>
          </a:p>
          <a:p>
            <a:pPr>
              <a:spcAft>
                <a:spcPts val="1500"/>
              </a:spcAft>
              <a:defRPr sz="2000">
                <a:solidFill>
                  <a:srgbClr val="F5F5F5"/>
                </a:solidFill>
                <a:latin typeface="Aptos"/>
              </a:defRPr>
            </a:pPr>
            <a:r>
              <a:t>•  KPI cards and filters for interactive exploration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3000" b="1">
                <a:solidFill>
                  <a:srgbClr val="F5F5F5"/>
                </a:solidFill>
                <a:latin typeface="Aptos"/>
              </a:defRPr>
            </a:pPr>
            <a:r>
              <a:t>Key Insights to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B9B9B9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B9B9B9"/>
                </a:solidFill>
                <a:latin typeface="Aptos"/>
              </a:defRPr>
            </a:pPr>
            <a:r>
              <a:t>NETFLIX CONTENT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E50914"/>
                </a:solidFill>
                <a:latin typeface="Aptos"/>
              </a:defRPr>
            </a:pPr>
            <a:r>
              <a:t>Use your completed charts to fill in the actual findings.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F5F5F5"/>
                </a:solidFill>
                <a:latin typeface="Aptos"/>
              </a:defRPr>
            </a:pPr>
            <a:r>
              <a:t>•  Which content type has more titles?</a:t>
            </a:r>
          </a:p>
          <a:p>
            <a:pPr>
              <a:spcAft>
                <a:spcPts val="1500"/>
              </a:spcAft>
              <a:defRPr sz="2100">
                <a:solidFill>
                  <a:srgbClr val="F5F5F5"/>
                </a:solidFill>
                <a:latin typeface="Aptos"/>
              </a:defRPr>
            </a:pPr>
            <a:r>
              <a:t>•  Which countries are most represented?</a:t>
            </a:r>
          </a:p>
          <a:p>
            <a:pPr>
              <a:spcAft>
                <a:spcPts val="1500"/>
              </a:spcAft>
              <a:defRPr sz="2100">
                <a:solidFill>
                  <a:srgbClr val="F5F5F5"/>
                </a:solidFill>
                <a:latin typeface="Aptos"/>
              </a:defRPr>
            </a:pPr>
            <a:r>
              <a:t>•  Which genres appear most frequently?</a:t>
            </a:r>
          </a:p>
          <a:p>
            <a:pPr>
              <a:spcAft>
                <a:spcPts val="1500"/>
              </a:spcAft>
              <a:defRPr sz="2100">
                <a:solidFill>
                  <a:srgbClr val="F5F5F5"/>
                </a:solidFill>
                <a:latin typeface="Aptos"/>
              </a:defRPr>
            </a:pPr>
            <a:r>
              <a:t>•  Which content ratings are most common?</a:t>
            </a:r>
          </a:p>
          <a:p>
            <a:pPr>
              <a:spcAft>
                <a:spcPts val="1500"/>
              </a:spcAft>
              <a:defRPr sz="2100">
                <a:solidFill>
                  <a:srgbClr val="F5F5F5"/>
                </a:solidFill>
                <a:latin typeface="Aptos"/>
              </a:defRPr>
            </a:pPr>
            <a:r>
              <a:t>•  What patterns appear across release years and date added?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6692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B9B9B9"/>
                </a:solidFill>
                <a:latin typeface="Aptos"/>
              </a:defRPr>
            </a:pPr>
            <a:r>
              <a:t>Add real counts or percentages from your analysis before presenting.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3000" b="1">
                <a:solidFill>
                  <a:srgbClr val="F5F5F5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B9B9B9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B9B9B9"/>
                </a:solidFill>
                <a:latin typeface="Aptos"/>
              </a:defRPr>
            </a:pPr>
            <a:r>
              <a:t>NETFLIX CONTENT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F5F5F5"/>
                </a:solidFill>
                <a:latin typeface="Aptos"/>
              </a:defRPr>
            </a:pPr>
            <a:r>
              <a:t>This project shows how data analytics can turn a raw Netflix dataset into useful information.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154680"/>
            <a:ext cx="3383280" cy="1645920"/>
          </a:xfrm>
          <a:prstGeom prst="roundRect">
            <a:avLst/>
          </a:prstGeom>
          <a:solidFill>
            <a:srgbClr val="20202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3300984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E50914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749040"/>
            <a:ext cx="305409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t>Excel, SQL, and Python help inspect, clean, and analyze the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154680"/>
            <a:ext cx="3383280" cy="1645920"/>
          </a:xfrm>
          <a:prstGeom prst="roundRect">
            <a:avLst/>
          </a:prstGeom>
          <a:solidFill>
            <a:srgbClr val="20202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3300984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E50914"/>
                </a:solidFill>
                <a:latin typeface="Aptos"/>
              </a:defRPr>
            </a:pPr>
            <a:r>
              <a:t>VISUALIZE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3749040"/>
            <a:ext cx="305409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t>Power BI presents results through clear charts and KPI cards.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3154680"/>
            <a:ext cx="3383280" cy="1645920"/>
          </a:xfrm>
          <a:prstGeom prst="roundRect">
            <a:avLst/>
          </a:prstGeom>
          <a:solidFill>
            <a:srgbClr val="202020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19871" y="3300984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E50914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1" y="3749040"/>
            <a:ext cx="305409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Aptos"/>
              </a:defRPr>
            </a:pPr>
            <a:r>
              <a:t>The dashboard helps explore content distribution and trends.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681</Words>
  <Application>Microsoft Office PowerPoint</Application>
  <PresentationFormat>Widescreen</PresentationFormat>
  <Paragraphs>132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ADMIN</cp:lastModifiedBy>
  <cp:revision>3</cp:revision>
  <dcterms:created xsi:type="dcterms:W3CDTF">2013-01-27T09:14:16Z</dcterms:created>
  <dcterms:modified xsi:type="dcterms:W3CDTF">2026-10-15T10:21:30Z</dcterms:modified>
  <cp:category/>
</cp:coreProperties>
</file>